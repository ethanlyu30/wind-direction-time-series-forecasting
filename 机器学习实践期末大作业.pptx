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80" r:id="rId3"/>
    <p:sldId id="281" r:id="rId4"/>
    <p:sldId id="284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9" autoAdjust="0"/>
    <p:restoredTop sz="94639"/>
  </p:normalViewPr>
  <p:slideViewPr>
    <p:cSldViewPr snapToGrid="0">
      <p:cViewPr varScale="1">
        <p:scale>
          <a:sx n="104" d="100"/>
          <a:sy n="104" d="100"/>
        </p:scale>
        <p:origin x="2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853CB-BAC1-434C-B582-6C2DFEB558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BD449-64C2-4898-8A91-58D204CFB0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BD449-64C2-4898-8A91-58D204CFB03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BD449-64C2-4898-8A91-58D204CFB03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22F81-164E-49AE-9CB1-3D14C4AB8631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EFCE6-0247-454B-A6AF-FDB85BC61A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ntajitters/WindSpeed_50m" TargetMode="External"/><Relationship Id="rId2" Type="http://schemas.openxmlformats.org/officeDocument/2006/relationships/hyperlink" Target="https://huggingface.co/datasets/Antajitters/WindSpeed_10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huggingface.co/datasets/Antajitters/WindSpeed_100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644059793@qq.com" TargetMode="External"/><Relationship Id="rId2" Type="http://schemas.openxmlformats.org/officeDocument/2006/relationships/hyperlink" Target="mailto:&#21387;&#32553;&#25991;&#20214;&#21457;&#36865;&#21040;644059793@qq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机器学习综合实践大作业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kumimoji="1"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蔡蔚然 教授</a:t>
            </a:r>
            <a:endParaRPr kumimoji="1"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孙晨</a:t>
            </a:r>
            <a:r>
              <a:rPr kumimoji="1"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助教</a:t>
            </a:r>
            <a:endParaRPr kumimoji="1"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风速序列预测</a:t>
            </a:r>
            <a:endParaRPr kumimoji="1"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>
          <a:xfrm>
            <a:off x="838200" y="1825625"/>
            <a:ext cx="7098506" cy="4351338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如图所示，共有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米、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50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米、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米三个位置的传感器数据集，下载三个数据集，根据时间戳进行拼接。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下载链接：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  <a:hlinkClick r:id="rId2"/>
              </a:rPr>
              <a:t>https://huggingface.co/datasets/Antajitters/WindSpeed_10m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  <a:hlinkClick r:id="rId3"/>
              </a:rPr>
              <a:t>https://huggingface.co/datasets/Antajitters/WindSpeed_50m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  <a:hlinkClick r:id="rId4"/>
              </a:rPr>
              <a:t>https://huggingface.co/datasets/Antajitters/WindSpeed_100m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4" y="2011362"/>
            <a:ext cx="3764757" cy="3567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风速序列预测</a:t>
            </a:r>
            <a:endParaRPr kumimoji="1"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数据包含：时间戳，风速，风向，温度，气压，湿度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数据条数：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10573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大小：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257kB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85" y="2923131"/>
            <a:ext cx="11320830" cy="3726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风速序列预测</a:t>
            </a:r>
            <a:endParaRPr kumimoji="1"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>
          <a:xfrm>
            <a:off x="838199" y="1825625"/>
            <a:ext cx="110735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任务要求：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根据风向，温度，气压，湿度等变量，完成风速的预测，预测需包含单步预测、多步预测（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小时，预测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小时；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小时，预测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小时）。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数据集划分，训练集、验证集、测试集；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特征工程，处理缺失值和异常值。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对比至少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个模型的性能（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Linear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LSTM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Transformer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使用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MSE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RMSE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MAE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R^2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等指标评估模型性能。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可视化数据集及预测结果。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保存训练完成的模型为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pth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格式。（共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个，命名方式如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Linear_singlestep.pth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970419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撰写详细的实验报告，推荐页数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10-15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页，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pdf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格式。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代码、训练好的模型、实验报告，压缩到“学号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_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姓名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_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机器学习期末大作业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.zip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hlinkClick r:id="rId2"/>
              </a:rPr>
              <a:t>作业发送到邮箱：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hlinkClick r:id="rId3"/>
              </a:rPr>
              <a:t>644059793@qq.com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邮件主题为“学号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_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姓名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_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机器学习期末大作业”。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截止日期为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2025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年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12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31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日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24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kumimoji="1"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00</a:t>
            </a:r>
            <a:r>
              <a:rPr kumimoji="1"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kumimoji="1"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332</Words>
  <Application>Microsoft Office PowerPoint</Application>
  <PresentationFormat>宽屏</PresentationFormat>
  <Paragraphs>30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仿宋</vt:lpstr>
      <vt:lpstr>Arial</vt:lpstr>
      <vt:lpstr>Office 主题​​</vt:lpstr>
      <vt:lpstr>PowerPoint 演示文稿</vt:lpstr>
      <vt:lpstr>风速序列预测</vt:lpstr>
      <vt:lpstr>风速序列预测</vt:lpstr>
      <vt:lpstr>风速序列预测</vt:lpstr>
      <vt:lpstr>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david</dc:creator>
  <cp:lastModifiedBy>澄 沈</cp:lastModifiedBy>
  <cp:revision>54</cp:revision>
  <dcterms:created xsi:type="dcterms:W3CDTF">2024-12-04T15:36:00Z</dcterms:created>
  <dcterms:modified xsi:type="dcterms:W3CDTF">2025-12-23T03:50:33Z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AFB3A55C57F144769D2A9302CB64A043_12</vt:lpwstr>
  </property>
  <property fmtid="{D5CDD505-2E9C-101B-9397-08002B2CF9AE}" pid="3" name="KSOProductBuildVer">
    <vt:lpwstr>2052-12.1.0.24034</vt:lpwstr>
  </property>
</Properties>
</file>